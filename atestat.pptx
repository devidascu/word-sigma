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6A95-72D3-4BE5-9CB5-50E82C9F1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FFD8B-8358-406C-89CF-198BCCB01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73091-95DB-4103-9583-61EB79BC6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CAE3-60CC-429E-B8EA-9E9527DB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88C8A-0127-4143-8C46-B40E7C56F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20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B6F8-FDE5-407E-9ED3-109B3244E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80A5D-64C1-444F-B4F0-D46CA1369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F7234-48DE-403D-B0FA-D6003A6A9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060B7-1D65-4A87-A3DC-940FD1B85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E0376-8B4E-466B-AB16-C60DE973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54E39-8605-410B-B673-647F8C73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F6D9D-B009-4CF1-8FA3-38107A899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D9701-2279-4187-B49F-486611705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F0044-F9E8-4C37-B544-05E1AA009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6D8FA-A0F2-4EE0-9F05-FD82466BA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06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62F97-97DE-4DE9-85C6-5940D0E6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5EBD9-2152-4815-94A0-153556451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75B57-02D2-4336-A7E5-DE2E4D057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BA72D-A81D-4415-B065-20393ABD9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42084-5EE9-40AE-858E-9EA9D341C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30820-2150-4B08-B7A5-268123C7C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21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2B87-6239-4789-8448-65FE10769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A707F-13F5-45B0-B3C2-5A9362941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512F8-F1F2-4E0D-8F79-568E94A21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DB295-F51E-4B52-8480-ADF3C0649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C5BD59-C108-4F1A-8F22-1C6003D707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0B80F1-CDD7-4F8B-8D71-FB258F977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3CE4C6-DE2C-4C06-AD13-E80176F9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A13DC8-8D23-4053-8855-852654F1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8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F3BA-2487-46F4-8100-B2B62A0FC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216A4A-8099-4167-8742-CDFB778BF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444C8-D67C-4BEE-ABE9-C8922708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778F1-467A-407A-8A84-B9E69C219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9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22E9A5-C11B-493E-A141-AEBB5860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88167C-1070-4F7A-A660-C1A18333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CF61B-3557-479E-9ECD-8E3561E0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4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98AE-1886-474C-8B2A-CA34060A8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BE95A-1350-406E-9231-DC5BA4496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A9694-D8DE-4AB4-9246-51A1CF920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4B876-7FB2-402F-B7AB-E7C94F595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18272-3A14-4E5D-A6BF-8FC36D72B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C8C73-F40A-4CB3-9358-6628FAFB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60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174A-925E-4722-AD4B-6AA7FAA6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3202CD-F5AE-4011-89B1-D1E12B640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836A9-E4C2-4560-B7E7-B021FF94B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76B73-AA96-4D00-88DB-A6BB3E49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A3A98-DD53-4B2D-A97A-989037826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F9B4F-2D70-4BF2-9EBC-7FD441E7D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523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425C-A874-491A-BF98-5D4EE1E9B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86BB8-731F-4669-854D-1D383FE7E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3AA43-6919-4C83-B6E2-70E55763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597DA-9332-4405-A7B9-78B1C0CE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27319-0F8B-443A-AA00-79F60E279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5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1B7938-D6D2-492D-812D-19EDEE2BA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84241-9D6A-4845-A2FB-5BDDC5FA9E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7AC89-F768-4DC2-BCDC-8A68CE026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F8C36-1CCE-4CDE-9435-51EAD5B8A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3FE82-5876-4AA7-B019-1403ED9E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8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48787-FCF6-4DF2-8FF7-A073D3AC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21E8A-5001-4494-83BF-8749B6F03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22F5B-DD41-4FB6-BAD3-1CA188514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F6F4D-49CC-43D0-BF6D-CAF7A31EE3D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0C030-3414-4F14-97FD-0DEFB47F4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2E969-2CB8-4AE6-8D6A-E84AA26B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64E1-483C-450B-912E-E4C04FF1D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82E1-91F6-47CC-A741-675E008059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Beneficiile</a:t>
            </a:r>
            <a:r>
              <a:rPr lang="en-US" dirty="0"/>
              <a:t> </a:t>
            </a:r>
            <a:r>
              <a:rPr lang="en-US" dirty="0" err="1"/>
              <a:t>alimentației</a:t>
            </a:r>
            <a:r>
              <a:rPr lang="en-US" dirty="0"/>
              <a:t> </a:t>
            </a:r>
            <a:r>
              <a:rPr lang="en-US" dirty="0" err="1"/>
              <a:t>sănătoase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00B976-6DF1-4375-9F94-AEC1AA661F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De</a:t>
            </a:r>
            <a:r>
              <a:rPr lang="en-US" dirty="0"/>
              <a:t>:</a:t>
            </a:r>
            <a:r>
              <a:rPr lang="en-US" dirty="0" err="1"/>
              <a:t>Dumea</a:t>
            </a:r>
            <a:r>
              <a:rPr lang="en-US" dirty="0"/>
              <a:t> David Cosmin</a:t>
            </a:r>
          </a:p>
          <a:p>
            <a:r>
              <a:rPr lang="en-US" dirty="0" err="1"/>
              <a:t>Clasa:a-x-a</a:t>
            </a:r>
            <a:r>
              <a:rPr lang="en-US" dirty="0"/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28585839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82E1-91F6-47CC-A741-675E008059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Ce </a:t>
            </a:r>
            <a:r>
              <a:rPr lang="en-US" dirty="0" err="1"/>
              <a:t>înseamnă</a:t>
            </a:r>
            <a:r>
              <a:rPr lang="en-US" dirty="0"/>
              <a:t> </a:t>
            </a:r>
            <a:r>
              <a:rPr lang="en-US" dirty="0" err="1"/>
              <a:t>alimentație</a:t>
            </a:r>
            <a:r>
              <a:rPr lang="en-US" dirty="0"/>
              <a:t> </a:t>
            </a:r>
            <a:r>
              <a:rPr lang="en-US" dirty="0" err="1"/>
              <a:t>sănătoasă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4E7F59-6B62-4526-9F6C-9795F02321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4347" y="3509963"/>
            <a:ext cx="11036996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Alimentația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sănătoasă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înseamnă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consumul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echilibrat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nutrienți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fructe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legume,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proteine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cereale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integrale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bazează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principiile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Piramida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alimentară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7802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6.25E-7 4.81481E-6 L -6.25E-7 -0.07223 " pathEditMode="relative" rAng="0" ptsTypes="AA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6.25E-7 2.96296E-6 L -6.25E-7 -0.07223 " pathEditMode="relative" rAng="0" ptsTypes="AA">
                                      <p:cBhvr>
                                        <p:cTn id="2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8.33333E-7 -3.7037E-7 L -8.33333E-7 -0.07222 " pathEditMode="relative" rAng="0" ptsTypes="AA">
                                      <p:cBhvr>
                                        <p:cTn id="2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82E1-91F6-47CC-A741-675E00805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887190"/>
            <a:ext cx="9144000" cy="2387600"/>
          </a:xfrm>
        </p:spPr>
        <p:txBody>
          <a:bodyPr/>
          <a:lstStyle/>
          <a:p>
            <a:r>
              <a:rPr lang="en-US" dirty="0" err="1"/>
              <a:t>Beneficii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20D1C6-7AAF-4ED5-9951-C63738DE026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1586201"/>
            <a:ext cx="1246847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Oferă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energie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organismului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Menține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greutatea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corporală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normală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Întărește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sistemul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imunitar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riscul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(ex: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Diabetul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tip 2,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Bolile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cardiovasculare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900939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82E1-91F6-47CC-A741-675E00805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50843"/>
            <a:ext cx="4362806" cy="1572979"/>
          </a:xfrm>
        </p:spPr>
        <p:txBody>
          <a:bodyPr/>
          <a:lstStyle/>
          <a:p>
            <a:r>
              <a:rPr lang="en-US" dirty="0" err="1"/>
              <a:t>Recomandări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FDD20D-59F8-4A78-B914-0D8855B59E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4857" y="590288"/>
            <a:ext cx="10605571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Consumă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zilnic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fructe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legume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Evită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fast-food-ul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sucurile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carbogazoase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suficientă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apă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Fă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mișcare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4566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81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Beneficiile alimentației sănătoase</vt:lpstr>
      <vt:lpstr>Ce înseamnă alimentație sănătoasă</vt:lpstr>
      <vt:lpstr>Beneficii</vt:lpstr>
      <vt:lpstr>Recomandări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Beneficiile alimentației sănătoase</dc:title>
  <dc:creator>elev</dc:creator>
  <cp:lastModifiedBy>elev</cp:lastModifiedBy>
  <cp:revision>1</cp:revision>
  <dcterms:created xsi:type="dcterms:W3CDTF">2026-04-28T05:36:40Z</dcterms:created>
  <dcterms:modified xsi:type="dcterms:W3CDTF">2026-04-28T05:41:28Z</dcterms:modified>
</cp:coreProperties>
</file>